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Tesla Model 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Higher EPA range (327 vs 320 miles)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Larger usable cargo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Robust highway charging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Model Y Long Range AWD is recommended, with Mach-E as a secondary consideration for cost and regional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